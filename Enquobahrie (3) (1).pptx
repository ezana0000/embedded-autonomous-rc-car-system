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2c8e747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2c8e74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72c8e74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72c8e74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G_0350.jpg"/>
          <p:cNvPicPr preferRelativeResize="0"/>
          <p:nvPr/>
        </p:nvPicPr>
        <p:blipFill rotWithShape="1">
          <a:blip r:embed="rId3">
            <a:alphaModFix/>
          </a:blip>
          <a:srcRect b="14887" l="0" r="0" t="14520"/>
          <a:stretch/>
        </p:blipFill>
        <p:spPr>
          <a:xfrm>
            <a:off x="2334112" y="0"/>
            <a:ext cx="4112562" cy="5161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IMG_0353.jpg"/>
          <p:cNvPicPr preferRelativeResize="0"/>
          <p:nvPr/>
        </p:nvPicPr>
        <p:blipFill rotWithShape="1">
          <a:blip r:embed="rId3">
            <a:alphaModFix/>
          </a:blip>
          <a:srcRect b="18566" l="0" r="0" t="19151"/>
          <a:stretch/>
        </p:blipFill>
        <p:spPr>
          <a:xfrm>
            <a:off x="1937321" y="0"/>
            <a:ext cx="46455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IMG_0354.jpg"/>
          <p:cNvPicPr preferRelativeResize="0"/>
          <p:nvPr/>
        </p:nvPicPr>
        <p:blipFill rotWithShape="1">
          <a:blip r:embed="rId3">
            <a:alphaModFix/>
          </a:blip>
          <a:srcRect b="33142" l="0" r="0" t="16295"/>
          <a:stretch/>
        </p:blipFill>
        <p:spPr>
          <a:xfrm>
            <a:off x="1710825" y="0"/>
            <a:ext cx="57223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